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graphics/quickStyle1.xml" ContentType="application/vnd.openxmlformats-officedocument.drawingml.diagramStyle+xml"/>
  <Override PartName="/ppt/graphics/colors1.xml" ContentType="application/vnd.openxmlformats-officedocument.drawingml.diagramColor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90eab8469c6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7969e7c474d4a"/>
  </p:sldMasterIdLst>
  <p:notesMasterIdLst>
    <p:notesMasterId xmlns:r="http://schemas.openxmlformats.org/officeDocument/2006/relationships" r:id="Rb0e13d4e16f240fc"/>
  </p:notesMasterIdLst>
  <p:sldIdLst>
    <p:sldId xmlns:r="http://schemas.openxmlformats.org/officeDocument/2006/relationships" id="256" r:id="R9738f064f1a94dc4"/>
    <p:sldId xmlns:r="http://schemas.openxmlformats.org/officeDocument/2006/relationships" id="257" r:id="Ref4840f9a6c646f5"/>
    <p:sldId xmlns:r="http://schemas.openxmlformats.org/officeDocument/2006/relationships" id="258" r:id="R8f080f08fa894845"/>
    <p:sldId xmlns:r="http://schemas.openxmlformats.org/officeDocument/2006/relationships" id="259" r:id="R2123936b9643432f"/>
    <p:sldId xmlns:r="http://schemas.openxmlformats.org/officeDocument/2006/relationships" id="260" r:id="R11f34b3de04b47c2"/>
    <p:sldId xmlns:r="http://schemas.openxmlformats.org/officeDocument/2006/relationships" id="261" r:id="R9a852bbba82d45ce"/>
  </p:sldIdLst>
  <p:sldSz cx="9144000" cy="6858000" type="screen4x3"/>
  <p:notesSz cx="6858000" cy="9144000"/>
</p:presentation>
</file>

<file path=ppt/commentAuthors.xml><?xml version="1.0" encoding="utf-8"?>
<p:cmAuthorLst xmlns:p="http://schemas.openxmlformats.org/presentationml/2006/main">
  <p:cmAuthor id="0" name="Reviewer" initials="R" lastIdx="1" clrIdx="0"/>
</p:cmAuthor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8accccb954594" /><Relationship Type="http://schemas.openxmlformats.org/officeDocument/2006/relationships/slideMaster" Target="/ppt/slideMasters/slideMaster1.xml" Id="R1677969e7c474d4a" /><Relationship Type="http://schemas.openxmlformats.org/officeDocument/2006/relationships/notesMaster" Target="/ppt/notesMasters/notesMaster1.xml" Id="Rb0e13d4e16f240fc" /><Relationship Type="http://schemas.openxmlformats.org/officeDocument/2006/relationships/slide" Target="/ppt/slides/slide1.xml" Id="R9738f064f1a94dc4" /><Relationship Type="http://schemas.openxmlformats.org/officeDocument/2006/relationships/slide" Target="/ppt/slides/slide2.xml" Id="Ref4840f9a6c646f5" /><Relationship Type="http://schemas.openxmlformats.org/officeDocument/2006/relationships/slide" Target="/ppt/slides/slide3.xml" Id="R8f080f08fa894845" /><Relationship Type="http://schemas.openxmlformats.org/officeDocument/2006/relationships/slide" Target="/ppt/slides/slide4.xml" Id="R2123936b9643432f" /><Relationship Type="http://schemas.openxmlformats.org/officeDocument/2006/relationships/slide" Target="/ppt/slides/slide5.xml" Id="R11f34b3de04b47c2" /><Relationship Type="http://schemas.openxmlformats.org/officeDocument/2006/relationships/slide" Target="/ppt/slides/slide6.xml" Id="R9a852bbba82d45ce" /><Relationship Type="http://schemas.openxmlformats.org/officeDocument/2006/relationships/commentAuthors" Target="/ppt/commentAuthors.xml" Id="Rd3ffa5c691bd4162" /></Relationships>
</file>

<file path=ppt/comments/comment1.xml><?xml version="1.0" encoding="utf-8"?>
<p:cmLst xmlns:p="http://schemas.openxmlformats.org/presentationml/2006/main">
  <p:cm authorId="0" dt="2024-05-06T09:00:00" idx="1">
    <p:pos x="10" y="10"/>
    <p:text>Check the Q3 figure.</p:text>
  </p:cm>
</p:cmLst>
</file>

<file path=ppt/graphics/colors1.xml><?xml version="1.0" encoding="utf-8"?>
<dgm:colorsDef xmlns:dgm="http://schemas.openxmlformats.org/drawingml/2006/diagram" uniqueId="urn:test/colors">
  <dgm:title val=""/>
  <dgm:desc val=""/>
  <dgm:catLst/>
  <dgm:styleLbl name="node0"/>
</dgm:colorsDef>
</file>

<file path=ppt/graphics/data1.xml><?xml version="1.0" encoding="utf-8"?>
<dgm:dataModel xmlns:dgm="http://schemas.openxmlformats.org/drawingml/2006/diagram">
  <dgm:ptLst>
    <dgm:pt modelId="{00000000-0000-0000-0000-000000000001}" type="doc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dgm:t>
    </dgm:pt>
    <dgm:pt modelId="{00000000-0000-0000-0000-000000000002}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t>Plan</a:t>
          </a:r>
        </a:p>
      </dgm:t>
    </dgm:pt>
    <dgm:pt modelId="{00000000-0000-0000-0000-000000000003}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t>Build</a:t>
          </a:r>
        </a:p>
      </dgm:t>
    </dgm:pt>
    <dgm:pt modelId="{00000000-0000-0000-0000-000000000004}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t>Test it first</a:t>
          </a:r>
        </a:p>
      </dgm:t>
    </dgm:pt>
  </dgm:ptLst>
  <dgm:cxnLst>
    <dgm:cxn modelId="{00000000-0000-0000-0000-000000000011}" srcId="{00000000-0000-0000-0000-000000000001}" destId="{00000000-0000-0000-0000-000000000002}" srcOrd="0" destOrd="0"/>
    <dgm:cxn modelId="{00000000-0000-0000-0000-000000000012}" srcId="{00000000-0000-0000-0000-000000000001}" destId="{00000000-0000-0000-0000-000000000003}" srcOrd="1" destOrd="0"/>
    <dgm:cxn modelId="{00000000-0000-0000-0000-000000000013}" srcId="{00000000-0000-0000-0000-000000000003}" destId="{00000000-0000-0000-0000-000000000004}" srcOrd="0" destOrd="0"/>
  </dgm:cxnLst>
</dgm:dataModel>
</file>

<file path=ppt/graphics/layout1.xml><?xml version="1.0" encoding="utf-8"?>
<dgm:layoutDef xmlns:dgm="http://schemas.openxmlformats.org/drawingml/2006/diagram" uniqueId="urn:test/layout">
  <dgm:title val=""/>
  <dgm:desc val=""/>
  <dgm:catLst/>
  <dgm:sampData/>
  <dgm:styleData/>
  <dgm:clrData/>
  <dgm:layoutNode/>
</dgm:layoutDef>
</file>

<file path=ppt/graphics/quickStyle1.xml><?xml version="1.0" encoding="utf-8"?>
<dgm:styleDef xmlns:dgm="http://schemas.openxmlformats.org/drawingml/2006/diagram" uniqueId="urn:test/style">
  <dgm:title val=""/>
  <dgm:desc val=""/>
  <dgm:catLst/>
  <dgm:scene3d>
    <a:camera xmlns:a="http://schemas.openxmlformats.org/drawingml/2006/main" prst="orthographicFront"/>
    <a:lightRig xmlns:a="http://schemas.openxmlformats.org/drawingml/2006/main" rig="threePt" dir="t"/>
  </dgm:scene3d>
  <dgm:styleLbl name="node0"/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adb9aa579c4d5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cbc2aa90a404e2f" /><Relationship Type="http://schemas.openxmlformats.org/officeDocument/2006/relationships/slide" Target="/ppt/slides/slide2.xml" Id="R11bb51037092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Mention the two new regions.</a:t>
            </a:r>
          </a:p>
          <a:p xmlns:a="http://schemas.openxmlformats.org/drawingml/2006/main">
            <a:r>
              <a:rPr lang="en-US"/>
              <a:t>Ask for questions.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03c2e48a94a98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674b5652d4a53" /><Relationship Type="http://schemas.openxmlformats.org/officeDocument/2006/relationships/theme" Target="/ppt/theme/theme1.xml" Id="R54df7e5ca14d4fd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674b5652d4a53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134b32b6f4d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c183766ea4921" /><Relationship Type="http://schemas.openxmlformats.org/officeDocument/2006/relationships/notesSlide" Target="/ppt/notesSlides/notesSlide1.xml" Id="Re7e3aa2fe9ca4d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695cd05704d4b" /><Relationship Type="http://schemas.openxmlformats.org/officeDocument/2006/relationships/image" Target="/ppt/media/image.png" Id="R039e8bcf2a85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2c071bbe848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c8a1d9554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276fd51154ab7" /><Relationship Type="http://schemas.openxmlformats.org/officeDocument/2006/relationships/hyperlink" Target="https://example.com/plan" TargetMode="External" Id="R410d33b841f64bb3" /><Relationship Type="http://schemas.openxmlformats.org/officeDocument/2006/relationships/chart" Target="/ppt/slides/charts/chart1.xml" Id="Rea14b18b14114bd0" /><Relationship Type="http://schemas.openxmlformats.org/officeDocument/2006/relationships/chart" Target="/ppt/slides/charts/chart2.xml" Id="Rca82acb8b2b946ec" /><Relationship Type="http://schemas.openxmlformats.org/officeDocument/2006/relationships/diagramData" Target="/ppt/graphics/data1.xml" Id="Rcd5ed0c975ed4930" /><Relationship Type="http://schemas.openxmlformats.org/officeDocument/2006/relationships/diagramLayout" Target="/ppt/graphics/layout1.xml" Id="R7e78b047517a48de" /><Relationship Type="http://schemas.openxmlformats.org/officeDocument/2006/relationships/diagramQuickStyle" Target="/ppt/graphics/quickStyle1.xml" Id="R1ab56774b1134a8c" /><Relationship Type="http://schemas.openxmlformats.org/officeDocument/2006/relationships/diagramColors" Target="/ppt/graphics/colors1.xml" Id="R4bdee313fec342ce" /><Relationship Type="http://schemas.openxmlformats.org/officeDocument/2006/relationships/comments" Target="/ppt/comments/comment1.xml" Id="R614dd2e1877a4dfa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by region</a:t>
            </a:r>
          </a:p>
        </c:rich>
      </c:tx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900.5</c:v>
                </c:pt>
                <c:pt idx="2">
                  <c:v>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1350</c:v>
                </c:pt>
                <c:pt idx="1">
                  <c:v>880</c:v>
                </c:pt>
                <c:pt idx="2">
                  <c:v>510.25</c:v>
                </c:pt>
              </c:numCache>
            </c:numRef>
          </c:val>
        </c:ser>
        <c:axId val="111"/>
        <c:axId val="222"/>
      </c:barChart>
      <c:catAx>
        <c:axId val="111"/>
        <c:scaling/>
        <c:delete val="0"/>
        <c:axPos val="b"/>
        <c:crossAx val="222"/>
      </c:catAx>
      <c:valAx>
        <c:axId val="222"/>
        <c:scaling/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Revenue (USD)</a:t>
                </a:r>
              </a:p>
            </c:rich>
          </c:tx>
        </c:title>
        <c:crossAx val="111"/>
      </c:valAx>
    </c:plotArea>
  </c:chart>
</c:chartSpace>
</file>

<file path=ppt/slides/charts/chart2.xml><?xml version="1.0" encoding="utf-8"?>
<c:chartSpace xmlns:c="http://schemas.openxmlformats.org/drawingml/2006/chart"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900.5</c:v>
                </c:pt>
                <c:pt idx="2">
                  <c:v>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1350</c:v>
                </c:pt>
                <c:pt idx="1">
                  <c:v>880</c:v>
                </c:pt>
                <c:pt idx="2">
                  <c:v>510.25</c:v>
                </c:pt>
              </c:numCache>
            </c:numRef>
          </c:val>
        </c:ser>
        <c:axId val="111"/>
        <c:axId val="222"/>
      </c:barChart>
      <c:catAx>
        <c:axId val="111"/>
        <c:scaling/>
        <c:delete val="0"/>
        <c:axPos val="b"/>
        <c:crossAx val="222"/>
      </c:catAx>
      <c:valAx>
        <c:axId val="222"/>
        <c:scaling/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Revenue (USD)</a:t>
                </a:r>
              </a:p>
            </c:rich>
          </c:tx>
        </c:title>
        <c:crossAx val="111"/>
      </c:valAx>
    </c:plotArea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Caret quarterly review</a:t>
            </a:r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0" y="1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Prepared for the operations team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Highlights</a:t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0" y="1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up 12%</a:t>
            </a:r>
          </a:p>
          <a:p xmlns:a="http://schemas.openxmlformats.org/drawingml/2006/main">
            <a:pPr lvl="1"/>
            <a:r>
              <a:rPr lang="en-US"/>
              <a:t>Driven by renewals</a:t>
            </a:r>
          </a:p>
          <a:p xmlns:a="http://schemas.openxmlformats.org/drawingml/2006/main">
            <a:r>
              <a:rPr lang="en-US"/>
              <a:t>Two new regions opened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mlns:a="http://schemas.openxmlformats.org/drawingml/2006/main" x="0" y="3000000"/>
          <a:ext xmlns:a="http://schemas.openxmlformats.org/drawingml/2006/main" cx="6000000" cy="74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Footer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6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Confidential</a:t>
            </a:r>
          </a:p>
        </p:txBody>
      </p:sp>
      <p:sp>
        <p:nvSpPr>
          <p:cNvPr id="6" name="Slide number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5000000" y="6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1000000"/>
            <a:ext cx="3500000" cy="6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Right column, read second</a:t>
            </a:r>
          </a:p>
        </p:txBody>
      </p:sp>
      <p:sp>
        <p:nvSpPr>
          <p:cNvPr id="3" name="Note left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000"/>
            <a:ext cx="3500000" cy="6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Left column, read first</a:t>
            </a:r>
          </a:p>
        </p:txBody>
      </p:sp>
      <p:pic>
        <p:nvPicPr>
          <p:cNvPr id="4" name="Picture" descr="A small red square"/>
          <p:cNvPicPr/>
          <p:nvPr/>
        </p:nvPicPr>
        <p:blipFill>
          <a:blip xmlns:r="http://schemas.openxmlformats.org/officeDocument/2006/relationships" xmlns:a="http://schemas.openxmlformats.org/drawingml/2006/main" r:embed="R039e8bcf2a8540c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2500000"/>
            <a:ext cx="476250" cy="47625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Backup slide, hidden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Résultats du trimestre</a:t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0" y="1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Chiffre d’affaires : +12 %</a:t>
            </a:r>
          </a:p>
          <a:p xmlns:a="http://schemas.openxmlformats.org/drawingml/2006/main">
            <a:r>
              <a:rPr lang="en-US"/>
              <a:t>Prochaine étape : l’été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Chart and </a:t>
            </a:r>
            <a:br/>
            <a:r>
              <a:rPr lang="en-US"/>
              <a:t>diagram</a:t>
            </a:r>
          </a:p>
        </p:txBody>
      </p:sp>
      <p:sp>
        <p:nvSpPr>
          <p:cNvPr id="3" name="Link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000"/>
            <a:ext cx="3500000" cy="6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hlinkClick xmlns:r="http://schemas.openxmlformats.org/officeDocument/2006/relationships" r:id="R410d33b841f64bb3"/>
              </a:rPr>
              <a:t>Read the plan</a:t>
            </a:r>
          </a:p>
        </p:txBody>
      </p:sp>
      <p:sp>
        <p:nvSpPr>
          <p:cNvPr id="4" name="Indented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1000000"/>
            <a:ext cx="3500000" cy="6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1"/>
            <a:r>
              <a:rPr lang="en-US"/>
              <a:t>Child one</a:t>
            </a:r>
          </a:p>
          <a:p xmlns:a="http://schemas.openxmlformats.org/drawingml/2006/main">
            <a:pPr lvl="1"/>
            <a:r>
              <a:rPr lang="en-US"/>
              <a:t>Child two</a:t>
            </a:r>
          </a:p>
          <a:p xmlns:a="http://schemas.openxmlformats.org/drawingml/2006/main">
            <a:pPr lvl="2"/>
            <a:r>
              <a:rPr lang="en-US"/>
              <a:t>Grandchild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0" y="2000000"/>
          <a:ext xmlns:a="http://schemas.openxmlformats.org/drawingml/2006/main" cx="6000000" cy="18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14b18b14114bd0"/>
          </a:graphicData>
        </a:graphic>
      </p:graphicFrame>
      <p:graphicFrame>
        <p:nvGraphicFramePr>
          <p:cNvPr id="7" name="Chart"/>
          <p:cNvGraphicFramePr/>
          <p:nvPr/>
        </p:nvGraphicFramePr>
        <p:xfrm>
          <a:off xmlns:a="http://schemas.openxmlformats.org/drawingml/2006/main" x="0" y="3000000"/>
          <a:ext xmlns:a="http://schemas.openxmlformats.org/drawingml/2006/main" cx="6000000" cy="18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82acb8b2b946ec"/>
          </a:graphicData>
        </a:graphic>
      </p:graphicFrame>
      <p:graphicFrame>
        <p:nvGraphicFramePr>
          <p:cNvPr id="6" name="Diagram"/>
          <p:cNvGraphicFramePr/>
          <p:nvPr/>
        </p:nvGraphicFramePr>
        <p:xfrm>
          <a:off xmlns:a="http://schemas.openxmlformats.org/drawingml/2006/main" x="0" y="4000000"/>
          <a:ext xmlns:a="http://schemas.openxmlformats.org/drawingml/2006/main" cx="6000000" cy="1800000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cd5ed0c975ed4930" r:lo="R7e78b047517a48de" r:qs="R1ab56774b1134a8c" r:cs="R4bdee313fec342ce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